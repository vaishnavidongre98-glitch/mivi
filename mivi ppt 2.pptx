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7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4808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Mivi: a private, on-device cycle companion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5F3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om large"/>
          <p:cNvSpPr/>
          <p:nvPr/>
        </p:nvSpPr>
        <p:spPr>
          <a:xfrm>
            <a:off x="6035040" y="-1097280"/>
            <a:ext cx="4389120" cy="4389120"/>
          </a:xfrm>
          <a:prstGeom prst="ellipse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3" name="Bloom small"/>
          <p:cNvSpPr/>
          <p:nvPr/>
        </p:nvSpPr>
        <p:spPr>
          <a:xfrm>
            <a:off x="7223760" y="2651760"/>
            <a:ext cx="2651760" cy="2651760"/>
          </a:xfrm>
          <a:prstGeom prst="ellipse">
            <a:avLst/>
          </a:prstGeom>
          <a:solidFill>
            <a:schemeClr val="accent2">
              <a:alpha val="40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731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MIVI</a:t>
            </a:r>
            <a:endParaRPr lang="en-US" sz="20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Supportive Menstrual Health Companion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A private, gentle companion for tracking periods, understanding moods and finding calm.</a:t>
            </a:r>
            <a:endParaRPr lang="en-US" sz="1800" dirty="0"/>
          </a:p>
        </p:txBody>
      </p:sp>
      <p:sp>
        <p:nvSpPr>
          <p:cNvPr id="7" name="Full form chip 1"/>
          <p:cNvSpPr/>
          <p:nvPr/>
        </p:nvSpPr>
        <p:spPr>
          <a:xfrm>
            <a:off x="640080" y="4114800"/>
            <a:ext cx="16002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800" b="1">
                <a:solidFill>
                  <a:schemeClr val="accent2"/>
                </a:solidFill>
              </a:rPr>
              <a:t>M  </a:t>
            </a:r>
            <a:r>
              <a:rPr sz="1500">
                <a:solidFill>
                  <a:schemeClr val="bg1"/>
                </a:solidFill>
              </a:rPr>
              <a:t>Menstrual</a:t>
            </a:r>
          </a:p>
        </p:txBody>
      </p:sp>
      <p:sp>
        <p:nvSpPr>
          <p:cNvPr id="8" name="Full form chip 2"/>
          <p:cNvSpPr/>
          <p:nvPr/>
        </p:nvSpPr>
        <p:spPr>
          <a:xfrm>
            <a:off x="2331720" y="4114800"/>
            <a:ext cx="16002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800" b="1">
                <a:solidFill>
                  <a:schemeClr val="accent2"/>
                </a:solidFill>
              </a:rPr>
              <a:t>I  </a:t>
            </a:r>
            <a:r>
              <a:rPr sz="1500">
                <a:solidFill>
                  <a:schemeClr val="bg1"/>
                </a:solidFill>
              </a:rPr>
              <a:t>Insight</a:t>
            </a:r>
          </a:p>
        </p:txBody>
      </p:sp>
      <p:sp>
        <p:nvSpPr>
          <p:cNvPr id="9" name="Full form chip 3"/>
          <p:cNvSpPr/>
          <p:nvPr/>
        </p:nvSpPr>
        <p:spPr>
          <a:xfrm>
            <a:off x="4023360" y="4114800"/>
            <a:ext cx="16002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800" b="1">
                <a:solidFill>
                  <a:schemeClr val="accent2"/>
                </a:solidFill>
              </a:rPr>
              <a:t>V  </a:t>
            </a:r>
            <a:r>
              <a:rPr sz="1500">
                <a:solidFill>
                  <a:schemeClr val="bg1"/>
                </a:solidFill>
              </a:rPr>
              <a:t>Vitality</a:t>
            </a:r>
          </a:p>
        </p:txBody>
      </p:sp>
      <p:sp>
        <p:nvSpPr>
          <p:cNvPr id="10" name="Full form chip 4"/>
          <p:cNvSpPr/>
          <p:nvPr/>
        </p:nvSpPr>
        <p:spPr>
          <a:xfrm>
            <a:off x="5715000" y="4114800"/>
            <a:ext cx="16002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800" b="1">
                <a:solidFill>
                  <a:schemeClr val="accent2"/>
                </a:solidFill>
              </a:rPr>
              <a:t>I  </a:t>
            </a:r>
            <a:r>
              <a:rPr sz="1500">
                <a:solidFill>
                  <a:schemeClr val="bg1"/>
                </a:solidFill>
              </a:rPr>
              <a:t>Inner peace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Mivi does</a:t>
            </a:r>
            <a:endParaRPr lang="en-US" sz="3400" dirty="0"/>
          </a:p>
        </p:txBody>
      </p:sp>
      <p:sp>
        <p:nvSpPr>
          <p:cNvPr id="3" name="Feature card 1"/>
          <p:cNvSpPr/>
          <p:nvPr/>
        </p:nvSpPr>
        <p:spPr>
          <a:xfrm>
            <a:off x="548640" y="1280160"/>
            <a:ext cx="2560320" cy="150876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44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Period, pain, mood, sleep, movement and notes</a:t>
            </a:r>
            <a:endParaRPr lang="en-US" sz="1400" dirty="0"/>
          </a:p>
        </p:txBody>
      </p:sp>
      <p:sp>
        <p:nvSpPr>
          <p:cNvPr id="6" name="Feature card 2"/>
          <p:cNvSpPr/>
          <p:nvPr/>
        </p:nvSpPr>
        <p:spPr>
          <a:xfrm>
            <a:off x="3291840" y="1280160"/>
            <a:ext cx="2560320" cy="150876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444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Next period, fertile window and ovulation estimates</a:t>
            </a:r>
            <a:endParaRPr lang="en-US" sz="1400" dirty="0"/>
          </a:p>
        </p:txBody>
      </p:sp>
      <p:sp>
        <p:nvSpPr>
          <p:cNvPr id="9" name="Feature card 3"/>
          <p:cNvSpPr/>
          <p:nvPr/>
        </p:nvSpPr>
        <p:spPr>
          <a:xfrm>
            <a:off x="6035040" y="1280160"/>
            <a:ext cx="2560320" cy="150876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444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Insights, patterns and gentle heads-ups</a:t>
            </a:r>
            <a:endParaRPr lang="en-US" sz="1400" dirty="0"/>
          </a:p>
        </p:txBody>
      </p:sp>
      <p:sp>
        <p:nvSpPr>
          <p:cNvPr id="12" name="Feature card 4"/>
          <p:cNvSpPr/>
          <p:nvPr/>
        </p:nvSpPr>
        <p:spPr>
          <a:xfrm>
            <a:off x="548640" y="2971800"/>
            <a:ext cx="2560320" cy="150876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1363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Relax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566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Bubble pop, breathing, grounding, memory match</a:t>
            </a:r>
            <a:endParaRPr lang="en-US" sz="1400" dirty="0"/>
          </a:p>
        </p:txBody>
      </p:sp>
      <p:sp>
        <p:nvSpPr>
          <p:cNvPr id="15" name="Feature card 5"/>
          <p:cNvSpPr/>
          <p:nvPr/>
        </p:nvSpPr>
        <p:spPr>
          <a:xfrm>
            <a:off x="3291840" y="2971800"/>
            <a:ext cx="2560320" cy="150876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20440" y="31363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3566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Four cycle phases, myths vs facts, when to see a doctor</a:t>
            </a:r>
            <a:endParaRPr lang="en-US" sz="1400" dirty="0"/>
          </a:p>
        </p:txBody>
      </p:sp>
      <p:sp>
        <p:nvSpPr>
          <p:cNvPr id="18" name="Feature card 6"/>
          <p:cNvSpPr/>
          <p:nvPr/>
        </p:nvSpPr>
        <p:spPr>
          <a:xfrm>
            <a:off x="6035040" y="2971800"/>
            <a:ext cx="2560320" cy="150876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31363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566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 offline helper for everyday period questions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Your cycle in four phases</a:t>
            </a:r>
            <a:endParaRPr lang="en-US" sz="3400" dirty="0"/>
          </a:p>
        </p:txBody>
      </p:sp>
      <p:sp>
        <p:nvSpPr>
          <p:cNvPr id="3" name="Phase circle 1"/>
          <p:cNvSpPr/>
          <p:nvPr/>
        </p:nvSpPr>
        <p:spPr>
          <a:xfrm>
            <a:off x="1051560" y="128016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156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Menstrual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9718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Period arrives. Rest, warmth and iron-rich food help.</a:t>
            </a:r>
            <a:endParaRPr lang="en-US" sz="1400" dirty="0"/>
          </a:p>
        </p:txBody>
      </p:sp>
      <p:sp>
        <p:nvSpPr>
          <p:cNvPr id="7" name="Phase circle 2"/>
          <p:cNvSpPr/>
          <p:nvPr/>
        </p:nvSpPr>
        <p:spPr>
          <a:xfrm>
            <a:off x="3108960" y="128016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0896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Follicular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9718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Hormones rise and energy often lifts.</a:t>
            </a:r>
            <a:endParaRPr lang="en-US" sz="1400" dirty="0"/>
          </a:p>
        </p:txBody>
      </p:sp>
      <p:sp>
        <p:nvSpPr>
          <p:cNvPr id="11" name="Phase circle 3"/>
          <p:cNvSpPr/>
          <p:nvPr/>
        </p:nvSpPr>
        <p:spPr>
          <a:xfrm>
            <a:off x="5166360" y="1280160"/>
            <a:ext cx="914400" cy="9144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6636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Ovulation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9718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An egg is released, around 10 to 16 days before the next period.</a:t>
            </a:r>
            <a:endParaRPr lang="en-US" sz="1400" dirty="0"/>
          </a:p>
        </p:txBody>
      </p:sp>
      <p:sp>
        <p:nvSpPr>
          <p:cNvPr id="15" name="Phase circle 4"/>
          <p:cNvSpPr/>
          <p:nvPr/>
        </p:nvSpPr>
        <p:spPr>
          <a:xfrm>
            <a:off x="7223760" y="128016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2376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Luteal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9718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PMS may show up. Go gently and sleep well.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Mivi shows your current phase and a movement idea for it on the Today screen.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Calm and learn</a:t>
            </a:r>
            <a:endParaRPr lang="en-US" sz="3400" dirty="0"/>
          </a:p>
        </p:txBody>
      </p:sp>
      <p:sp>
        <p:nvSpPr>
          <p:cNvPr id="3" name="Wellbeing row 1"/>
          <p:cNvSpPr/>
          <p:nvPr/>
        </p:nvSpPr>
        <p:spPr>
          <a:xfrm>
            <a:off x="548640" y="1280160"/>
            <a:ext cx="8046720" cy="96012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4" name="Row number 1"/>
          <p:cNvSpPr txBox="1"/>
          <p:nvPr/>
        </p:nvSpPr>
        <p:spPr>
          <a:xfrm>
            <a:off x="777240" y="15316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71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 relief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3716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Bubble pop, gentle breathing, kind words and a 5-step grounding exercise.</a:t>
            </a:r>
            <a:endParaRPr lang="en-US" sz="1500" dirty="0"/>
          </a:p>
        </p:txBody>
      </p:sp>
      <p:sp>
        <p:nvSpPr>
          <p:cNvPr id="7" name="Wellbeing row 2"/>
          <p:cNvSpPr/>
          <p:nvPr/>
        </p:nvSpPr>
        <p:spPr>
          <a:xfrm>
            <a:off x="548640" y="2377440"/>
            <a:ext cx="8046720" cy="96012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8" name="Row number 2"/>
          <p:cNvSpPr txBox="1"/>
          <p:nvPr/>
        </p:nvSpPr>
        <p:spPr>
          <a:xfrm>
            <a:off x="777240" y="262890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Myth or fact?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4688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quick quiz and a memory match game that make learning light.</a:t>
            </a:r>
            <a:endParaRPr lang="en-US" sz="1500" dirty="0"/>
          </a:p>
        </p:txBody>
      </p:sp>
      <p:sp>
        <p:nvSpPr>
          <p:cNvPr id="11" name="Wellbeing row 3"/>
          <p:cNvSpPr/>
          <p:nvPr/>
        </p:nvSpPr>
        <p:spPr>
          <a:xfrm>
            <a:off x="548640" y="3474720"/>
            <a:ext cx="8046720" cy="96012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2" name="Row number 3"/>
          <p:cNvSpPr txBox="1"/>
          <p:nvPr/>
        </p:nvSpPr>
        <p:spPr>
          <a:xfrm>
            <a:off x="777240" y="372618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566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Mivi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5661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Offline answers about cramps and feelings, with urgent-symptom alerts.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Built-in safety nets</a:t>
            </a:r>
            <a:endParaRPr lang="en-US" sz="3400" dirty="0"/>
          </a:p>
        </p:txBody>
      </p:sp>
      <p:sp>
        <p:nvSpPr>
          <p:cNvPr id="3" name="Doctor card"/>
          <p:cNvSpPr/>
          <p:nvPr/>
        </p:nvSpPr>
        <p:spPr>
          <a:xfrm>
            <a:off x="548640" y="1280160"/>
            <a:ext cx="39319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a doctor for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Pain that stops daily life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Very heavy bleeding or large clots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Cycles under 21 or over 45 days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Three or more missed periods</a:t>
            </a:r>
            <a:endParaRPr lang="en-US" sz="1600" dirty="0"/>
          </a:p>
        </p:txBody>
      </p:sp>
      <p:sp>
        <p:nvSpPr>
          <p:cNvPr id="6" name="Urgent card"/>
          <p:cNvSpPr/>
          <p:nvPr/>
        </p:nvSpPr>
        <p:spPr>
          <a:xfrm>
            <a:off x="4663440" y="1280160"/>
            <a:ext cx="3931920" cy="3200400"/>
          </a:xfrm>
          <a:prstGeom prst="roundRect">
            <a:avLst>
              <a:gd name="adj" fmla="val 4286"/>
            </a:avLst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3776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urgently if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0116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Fainting, soaking a pad or tampon every hour for 2+ hours, or severe pain with fever.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3657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India: Tele-Call on 14490, free and 24/7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Private and personal</a:t>
            </a:r>
            <a:endParaRPr lang="en-US" sz="3400" dirty="0"/>
          </a:p>
        </p:txBody>
      </p:sp>
      <p:sp>
        <p:nvSpPr>
          <p:cNvPr id="3" name="Privacy card 1"/>
          <p:cNvSpPr/>
          <p:nvPr/>
        </p:nvSpPr>
        <p:spPr>
          <a:xfrm>
            <a:off x="548640" y="1280160"/>
            <a:ext cx="393192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Data stays in your browser. Export or clear it anytime.</a:t>
            </a:r>
            <a:endParaRPr lang="en-US" sz="1500" dirty="0"/>
          </a:p>
        </p:txBody>
      </p:sp>
      <p:sp>
        <p:nvSpPr>
          <p:cNvPr id="6" name="Privacy card 2"/>
          <p:cNvSpPr/>
          <p:nvPr/>
        </p:nvSpPr>
        <p:spPr>
          <a:xfrm>
            <a:off x="4663440" y="1280160"/>
            <a:ext cx="393192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3776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lock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659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simple lock for casual privacy on a shared device.</a:t>
            </a:r>
            <a:endParaRPr lang="en-US" sz="1500" dirty="0"/>
          </a:p>
        </p:txBody>
      </p:sp>
      <p:sp>
        <p:nvSpPr>
          <p:cNvPr id="9" name="Privacy card 3"/>
          <p:cNvSpPr/>
          <p:nvPr/>
        </p:nvSpPr>
        <p:spPr>
          <a:xfrm>
            <a:off x="548640" y="2926080"/>
            <a:ext cx="393192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08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look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11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Six themes, a custom colour picker and dark mode.</a:t>
            </a:r>
            <a:endParaRPr lang="en-US" sz="1500" dirty="0"/>
          </a:p>
        </p:txBody>
      </p:sp>
      <p:sp>
        <p:nvSpPr>
          <p:cNvPr id="12" name="Privacy card 4"/>
          <p:cNvSpPr/>
          <p:nvPr/>
        </p:nvSpPr>
        <p:spPr>
          <a:xfrm>
            <a:off x="4663440" y="2926080"/>
            <a:ext cx="393192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3108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Accessible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611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Larger text and read-aloud for any screen.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om large"/>
          <p:cNvSpPr/>
          <p:nvPr/>
        </p:nvSpPr>
        <p:spPr>
          <a:xfrm>
            <a:off x="6217920" y="-1280160"/>
            <a:ext cx="4206240" cy="4206240"/>
          </a:xfrm>
          <a:prstGeom prst="ellipse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3" name="Bloom small"/>
          <p:cNvSpPr/>
          <p:nvPr/>
        </p:nvSpPr>
        <p:spPr>
          <a:xfrm>
            <a:off x="-1280160" y="3108960"/>
            <a:ext cx="3840480" cy="3840480"/>
          </a:xfrm>
          <a:prstGeom prst="ellipse">
            <a:avLst/>
          </a:prstGeom>
          <a:solidFill>
            <a:schemeClr val="accent2">
              <a:alpha val="40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731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MIVI</a:t>
            </a:r>
            <a:endParaRPr lang="en-US" sz="20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6" name="Tagline pill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7" name="Tagline"/>
          <p:cNvSpPr txBox="1"/>
          <p:nvPr/>
        </p:nvSpPr>
        <p:spPr>
          <a:xfrm>
            <a:off x="822960" y="29260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4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MIVI</a:t>
            </a:r>
            <a:r>
              <a:rPr lang="en-US" sz="26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—  Your Cycle, Your Wellness, Your Way.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vi Plum">
  <a:themeElements>
    <a:clrScheme name="Mivi Plum">
      <a:dk1>
        <a:srgbClr val="2B2230"/>
      </a:dk1>
      <a:lt1>
        <a:srgbClr val="FFFFFF"/>
      </a:lt1>
      <a:dk2>
        <a:srgbClr val="5F3263"/>
      </a:dk2>
      <a:lt2>
        <a:srgbClr val="F6EDF7"/>
      </a:lt2>
      <a:accent1>
        <a:srgbClr val="8A4F8F"/>
      </a:accent1>
      <a:accent2>
        <a:srgbClr val="F0A37F"/>
      </a:accent2>
      <a:accent3>
        <a:srgbClr val="C4466D"/>
      </a:accent3>
      <a:accent4>
        <a:srgbClr val="3E9A66"/>
      </a:accent4>
      <a:accent5>
        <a:srgbClr val="3F79AB"/>
      </a:accent5>
      <a:accent6>
        <a:srgbClr val="E7C26C"/>
      </a:accent6>
      <a:hlink>
        <a:srgbClr val="8A4F8F"/>
      </a:hlink>
      <a:folHlink>
        <a:srgbClr val="5F3263"/>
      </a:folHlink>
    </a:clrScheme>
    <a:fontScheme name="Mivi Plu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368</Words>
  <Application>Microsoft Office PowerPoint</Application>
  <PresentationFormat>On-screen Show (16:9)</PresentationFormat>
  <Paragraphs>78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Mivi Plum</vt:lpstr>
      <vt:lpstr>Supportive Menstrual Health Companion</vt:lpstr>
      <vt:lpstr>What Mivi does</vt:lpstr>
      <vt:lpstr>Your cycle in four phases</vt:lpstr>
      <vt:lpstr>Calm and learn</vt:lpstr>
      <vt:lpstr>Built-in safety nets</vt:lpstr>
      <vt:lpstr>Private and personal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Mivi: your cycle, understood</dc:title>
  <dc:subject>PptxGenJS Presentation</dc:subject>
  <dc:creator>PptxGenJS</dc:creator>
  <cp:lastModifiedBy>Vaishnavi Dongre</cp:lastModifiedBy>
  <cp:revision>2</cp:revision>
  <dcterms:created xsi:type="dcterms:W3CDTF">2026-10-24T21:28:22Z</dcterms:created>
  <dcterms:modified xsi:type="dcterms:W3CDTF">2026-10-25T11:54:00Z</dcterms:modified>
</cp:coreProperties>
</file>